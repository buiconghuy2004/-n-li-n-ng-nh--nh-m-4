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ooper Hewitt" charset="1" panose="00000000000000000000"/>
      <p:regular r:id="rId30"/>
    </p:embeddedFont>
    <p:embeddedFont>
      <p:font typeface="Cooper Hewitt Bold" charset="1" panose="00000000000000000000"/>
      <p:regular r:id="rId31"/>
    </p:embeddedFont>
    <p:embeddedFont>
      <p:font typeface="Montserrat Bold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66833" y="2074997"/>
            <a:ext cx="10161794" cy="73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3693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ĐỒ ÁN LIÊN NGÀNH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6339" y="1063721"/>
            <a:ext cx="1160704" cy="51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9860" y="1064004"/>
            <a:ext cx="847412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4041" y="1064004"/>
            <a:ext cx="847412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8628" y="1064004"/>
            <a:ext cx="1105735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3945" y="1064004"/>
            <a:ext cx="1335355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CONTACT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075" y="6626071"/>
            <a:ext cx="7793067" cy="91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A project is a series of planned tasks with a clear objective, often involving multiple steps. It can be carried out by individuals or teams and is designed to achieve specific outcomes within a set timeframe.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71027" y="2710779"/>
            <a:ext cx="5610468" cy="6246472"/>
          </a:xfrm>
          <a:custGeom>
            <a:avLst/>
            <a:gdLst/>
            <a:ahLst/>
            <a:cxnLst/>
            <a:rect r="r" b="b" t="t" l="l"/>
            <a:pathLst>
              <a:path h="6246472" w="5610468">
                <a:moveTo>
                  <a:pt x="0" y="0"/>
                </a:moveTo>
                <a:lnTo>
                  <a:pt x="5610468" y="0"/>
                </a:lnTo>
                <a:lnTo>
                  <a:pt x="5610468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47750" y="3470429"/>
            <a:ext cx="9571839" cy="102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CHƯƠNG 1: TỔNG QUÁT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6339" y="1063721"/>
            <a:ext cx="1160704" cy="51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9860" y="1064004"/>
            <a:ext cx="847412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4041" y="1064004"/>
            <a:ext cx="847412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SERVICE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8628" y="1064004"/>
            <a:ext cx="1105735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23945" y="1064004"/>
            <a:ext cx="1335355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6687" y="6669965"/>
            <a:ext cx="2965588" cy="2965588"/>
          </a:xfrm>
          <a:custGeom>
            <a:avLst/>
            <a:gdLst/>
            <a:ahLst/>
            <a:cxnLst/>
            <a:rect r="r" b="b" t="t" l="l"/>
            <a:pathLst>
              <a:path h="2965588" w="2965588">
                <a:moveTo>
                  <a:pt x="0" y="0"/>
                </a:moveTo>
                <a:lnTo>
                  <a:pt x="2965587" y="0"/>
                </a:lnTo>
                <a:lnTo>
                  <a:pt x="2965587" y="2965587"/>
                </a:lnTo>
                <a:lnTo>
                  <a:pt x="0" y="2965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18664" y="6781942"/>
            <a:ext cx="2850671" cy="2965588"/>
          </a:xfrm>
          <a:custGeom>
            <a:avLst/>
            <a:gdLst/>
            <a:ahLst/>
            <a:cxnLst/>
            <a:rect r="r" b="b" t="t" l="l"/>
            <a:pathLst>
              <a:path h="2965588" w="2850671">
                <a:moveTo>
                  <a:pt x="0" y="0"/>
                </a:moveTo>
                <a:lnTo>
                  <a:pt x="2850672" y="0"/>
                </a:lnTo>
                <a:lnTo>
                  <a:pt x="2850672" y="2965588"/>
                </a:lnTo>
                <a:lnTo>
                  <a:pt x="0" y="2965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55082" y="6414688"/>
            <a:ext cx="3336384" cy="3700097"/>
          </a:xfrm>
          <a:custGeom>
            <a:avLst/>
            <a:gdLst/>
            <a:ahLst/>
            <a:cxnLst/>
            <a:rect r="r" b="b" t="t" l="l"/>
            <a:pathLst>
              <a:path h="3700097" w="3336384">
                <a:moveTo>
                  <a:pt x="0" y="0"/>
                </a:moveTo>
                <a:lnTo>
                  <a:pt x="3336384" y="0"/>
                </a:lnTo>
                <a:lnTo>
                  <a:pt x="3336384" y="3700096"/>
                </a:lnTo>
                <a:lnTo>
                  <a:pt x="0" y="3700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001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74871" y="2460610"/>
            <a:ext cx="6775818" cy="3785767"/>
          </a:xfrm>
          <a:custGeom>
            <a:avLst/>
            <a:gdLst/>
            <a:ahLst/>
            <a:cxnLst/>
            <a:rect r="r" b="b" t="t" l="l"/>
            <a:pathLst>
              <a:path h="3785767" w="6775818">
                <a:moveTo>
                  <a:pt x="0" y="0"/>
                </a:moveTo>
                <a:lnTo>
                  <a:pt x="6775818" y="0"/>
                </a:lnTo>
                <a:lnTo>
                  <a:pt x="6775818" y="3785767"/>
                </a:lnTo>
                <a:lnTo>
                  <a:pt x="0" y="3785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6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76300"/>
            <a:ext cx="6587149" cy="64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  <a:spcBef>
                <a:spcPct val="0"/>
              </a:spcBef>
            </a:pPr>
            <a:r>
              <a:rPr lang="en-US" sz="3267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Công cụ xây dựng website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83474" y="2879183"/>
            <a:ext cx="8528120" cy="5863082"/>
          </a:xfrm>
          <a:custGeom>
            <a:avLst/>
            <a:gdLst/>
            <a:ahLst/>
            <a:cxnLst/>
            <a:rect r="r" b="b" t="t" l="l"/>
            <a:pathLst>
              <a:path h="5863082" w="8528120">
                <a:moveTo>
                  <a:pt x="0" y="0"/>
                </a:moveTo>
                <a:lnTo>
                  <a:pt x="8528120" y="0"/>
                </a:lnTo>
                <a:lnTo>
                  <a:pt x="8528120" y="5863083"/>
                </a:lnTo>
                <a:lnTo>
                  <a:pt x="0" y="5863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775" y="933450"/>
            <a:ext cx="1711922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CHƯƠNG II: PHÂN TÍCH VÀ THIẾT KẾ HỆ THỐNG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67270" y="1028700"/>
            <a:ext cx="6279855" cy="7355613"/>
          </a:xfrm>
          <a:custGeom>
            <a:avLst/>
            <a:gdLst/>
            <a:ahLst/>
            <a:cxnLst/>
            <a:rect r="r" b="b" t="t" l="l"/>
            <a:pathLst>
              <a:path h="7355613" w="6279855">
                <a:moveTo>
                  <a:pt x="0" y="0"/>
                </a:moveTo>
                <a:lnTo>
                  <a:pt x="6279855" y="0"/>
                </a:lnTo>
                <a:lnTo>
                  <a:pt x="6279855" y="7355613"/>
                </a:lnTo>
                <a:lnTo>
                  <a:pt x="0" y="7355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47725"/>
            <a:ext cx="7907814" cy="74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1, PHÂN TÍCH VÀ THIẾT KẾ HỆ THỐNG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49560" y="8540750"/>
            <a:ext cx="5394802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Cây mô hình phân cấp hệ thống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1229" y="1028700"/>
            <a:ext cx="12038480" cy="7208040"/>
          </a:xfrm>
          <a:custGeom>
            <a:avLst/>
            <a:gdLst/>
            <a:ahLst/>
            <a:cxnLst/>
            <a:rect r="r" b="b" t="t" l="l"/>
            <a:pathLst>
              <a:path h="7208040" w="12038480">
                <a:moveTo>
                  <a:pt x="0" y="0"/>
                </a:moveTo>
                <a:lnTo>
                  <a:pt x="12038480" y="0"/>
                </a:lnTo>
                <a:lnTo>
                  <a:pt x="12038480" y="7208040"/>
                </a:lnTo>
                <a:lnTo>
                  <a:pt x="0" y="7208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05812" y="8387079"/>
            <a:ext cx="7072639" cy="6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BIỂU ĐỒ USER-CASE HỆ THỐNG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82912"/>
            <a:ext cx="8491100" cy="3552264"/>
          </a:xfrm>
          <a:custGeom>
            <a:avLst/>
            <a:gdLst/>
            <a:ahLst/>
            <a:cxnLst/>
            <a:rect r="r" b="b" t="t" l="l"/>
            <a:pathLst>
              <a:path h="3552264" w="8491100">
                <a:moveTo>
                  <a:pt x="0" y="0"/>
                </a:moveTo>
                <a:lnTo>
                  <a:pt x="8491100" y="0"/>
                </a:lnTo>
                <a:lnTo>
                  <a:pt x="8491100" y="3552264"/>
                </a:lnTo>
                <a:lnTo>
                  <a:pt x="0" y="3552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92391" y="2782912"/>
            <a:ext cx="6464040" cy="3543540"/>
          </a:xfrm>
          <a:custGeom>
            <a:avLst/>
            <a:gdLst/>
            <a:ahLst/>
            <a:cxnLst/>
            <a:rect r="r" b="b" t="t" l="l"/>
            <a:pathLst>
              <a:path h="3543540" w="6464040">
                <a:moveTo>
                  <a:pt x="0" y="0"/>
                </a:moveTo>
                <a:lnTo>
                  <a:pt x="6464040" y="0"/>
                </a:lnTo>
                <a:lnTo>
                  <a:pt x="6464040" y="3543540"/>
                </a:lnTo>
                <a:lnTo>
                  <a:pt x="0" y="3543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72617" y="6908507"/>
            <a:ext cx="3603266" cy="51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User-case đăng nhập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896" y="6908507"/>
            <a:ext cx="5455667" cy="51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Sơ đồ user-case quản lý tài khoản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47725"/>
            <a:ext cx="7907814" cy="74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2, CHỨC NĂNG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16670" y="1028700"/>
            <a:ext cx="8158545" cy="7378496"/>
          </a:xfrm>
          <a:custGeom>
            <a:avLst/>
            <a:gdLst/>
            <a:ahLst/>
            <a:cxnLst/>
            <a:rect r="r" b="b" t="t" l="l"/>
            <a:pathLst>
              <a:path h="7378496" w="8158545">
                <a:moveTo>
                  <a:pt x="0" y="0"/>
                </a:moveTo>
                <a:lnTo>
                  <a:pt x="8158545" y="0"/>
                </a:lnTo>
                <a:lnTo>
                  <a:pt x="8158545" y="7378496"/>
                </a:lnTo>
                <a:lnTo>
                  <a:pt x="0" y="7378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70029" y="8540750"/>
            <a:ext cx="5394802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Biểu đồ tuần tự phiên đăng nhập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47725"/>
            <a:ext cx="6075314" cy="76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3895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3, MÔ HÌNH HÓA HỆ THỐNG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68840" y="1028700"/>
            <a:ext cx="7950320" cy="7314295"/>
          </a:xfrm>
          <a:custGeom>
            <a:avLst/>
            <a:gdLst/>
            <a:ahLst/>
            <a:cxnLst/>
            <a:rect r="r" b="b" t="t" l="l"/>
            <a:pathLst>
              <a:path h="7314295" w="7950320">
                <a:moveTo>
                  <a:pt x="0" y="0"/>
                </a:moveTo>
                <a:lnTo>
                  <a:pt x="7950320" y="0"/>
                </a:lnTo>
                <a:lnTo>
                  <a:pt x="7950320" y="7314295"/>
                </a:lnTo>
                <a:lnTo>
                  <a:pt x="0" y="7314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94509" y="8540750"/>
            <a:ext cx="6498983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Biểu đồ tuần tự chức năng thêm thông tin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7465527" cy="6729327"/>
          </a:xfrm>
          <a:custGeom>
            <a:avLst/>
            <a:gdLst/>
            <a:ahLst/>
            <a:cxnLst/>
            <a:rect r="r" b="b" t="t" l="l"/>
            <a:pathLst>
              <a:path h="6729327" w="7465527">
                <a:moveTo>
                  <a:pt x="0" y="0"/>
                </a:moveTo>
                <a:lnTo>
                  <a:pt x="7465527" y="0"/>
                </a:lnTo>
                <a:lnTo>
                  <a:pt x="7465527" y="6729327"/>
                </a:lnTo>
                <a:lnTo>
                  <a:pt x="0" y="672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8540" y="1028700"/>
            <a:ext cx="7337892" cy="6729327"/>
          </a:xfrm>
          <a:custGeom>
            <a:avLst/>
            <a:gdLst/>
            <a:ahLst/>
            <a:cxnLst/>
            <a:rect r="r" b="b" t="t" l="l"/>
            <a:pathLst>
              <a:path h="6729327" w="7337892">
                <a:moveTo>
                  <a:pt x="0" y="0"/>
                </a:moveTo>
                <a:lnTo>
                  <a:pt x="7337891" y="0"/>
                </a:lnTo>
                <a:lnTo>
                  <a:pt x="7337891" y="6729327"/>
                </a:lnTo>
                <a:lnTo>
                  <a:pt x="0" y="6729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5235" y="7948299"/>
            <a:ext cx="600520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Biểu đồ tuần tự chức năng xóa thông tin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8976" y="7948299"/>
            <a:ext cx="6077019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Biểu đồ tuần tự chức năng sửa thông tin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6372" y="920769"/>
            <a:ext cx="9182423" cy="7214761"/>
          </a:xfrm>
          <a:custGeom>
            <a:avLst/>
            <a:gdLst/>
            <a:ahLst/>
            <a:cxnLst/>
            <a:rect r="r" b="b" t="t" l="l"/>
            <a:pathLst>
              <a:path h="7214761" w="9182423">
                <a:moveTo>
                  <a:pt x="0" y="0"/>
                </a:moveTo>
                <a:lnTo>
                  <a:pt x="9182423" y="0"/>
                </a:lnTo>
                <a:lnTo>
                  <a:pt x="9182423" y="7214761"/>
                </a:lnTo>
                <a:lnTo>
                  <a:pt x="0" y="7214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09897" y="8209991"/>
            <a:ext cx="4068205" cy="10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0"/>
              </a:lnSpc>
            </a:pPr>
            <a:r>
              <a:rPr lang="en-US" sz="2843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Sơ đồ diagram hệ thống</a:t>
            </a:r>
          </a:p>
          <a:p>
            <a:pPr algn="just">
              <a:lnSpc>
                <a:spcPts val="398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2591" y="933450"/>
            <a:ext cx="1254281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CHƯƠNG III: XÂY DỰNG TRANG WEB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928265" y="2416559"/>
            <a:ext cx="12431470" cy="5718476"/>
          </a:xfrm>
          <a:custGeom>
            <a:avLst/>
            <a:gdLst/>
            <a:ahLst/>
            <a:cxnLst/>
            <a:rect r="r" b="b" t="t" l="l"/>
            <a:pathLst>
              <a:path h="5718476" w="12431470">
                <a:moveTo>
                  <a:pt x="0" y="0"/>
                </a:moveTo>
                <a:lnTo>
                  <a:pt x="12431470" y="0"/>
                </a:lnTo>
                <a:lnTo>
                  <a:pt x="12431470" y="5718476"/>
                </a:lnTo>
                <a:lnTo>
                  <a:pt x="0" y="5718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02927" y="8341630"/>
            <a:ext cx="328214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đăng nhập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837924" cy="6486527"/>
          </a:xfrm>
          <a:custGeom>
            <a:avLst/>
            <a:gdLst/>
            <a:ahLst/>
            <a:cxnLst/>
            <a:rect r="r" b="b" t="t" l="l"/>
            <a:pathLst>
              <a:path h="6486527" w="13837924">
                <a:moveTo>
                  <a:pt x="0" y="0"/>
                </a:moveTo>
                <a:lnTo>
                  <a:pt x="13837924" y="0"/>
                </a:lnTo>
                <a:lnTo>
                  <a:pt x="13837924" y="6486527"/>
                </a:lnTo>
                <a:lnTo>
                  <a:pt x="0" y="6486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35623" y="8039068"/>
            <a:ext cx="4416754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danh sách sinh viên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3153" y="1210237"/>
            <a:ext cx="13781694" cy="6511851"/>
          </a:xfrm>
          <a:custGeom>
            <a:avLst/>
            <a:gdLst/>
            <a:ahLst/>
            <a:cxnLst/>
            <a:rect r="r" b="b" t="t" l="l"/>
            <a:pathLst>
              <a:path h="6511851" w="13781694">
                <a:moveTo>
                  <a:pt x="0" y="0"/>
                </a:moveTo>
                <a:lnTo>
                  <a:pt x="13781694" y="0"/>
                </a:lnTo>
                <a:lnTo>
                  <a:pt x="13781694" y="6511851"/>
                </a:lnTo>
                <a:lnTo>
                  <a:pt x="0" y="6511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0365" y="8069324"/>
            <a:ext cx="3887270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thêm sinh viên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934569" cy="6479575"/>
          </a:xfrm>
          <a:custGeom>
            <a:avLst/>
            <a:gdLst/>
            <a:ahLst/>
            <a:cxnLst/>
            <a:rect r="r" b="b" t="t" l="l"/>
            <a:pathLst>
              <a:path h="6479575" w="13934569">
                <a:moveTo>
                  <a:pt x="0" y="0"/>
                </a:moveTo>
                <a:lnTo>
                  <a:pt x="13934569" y="0"/>
                </a:lnTo>
                <a:lnTo>
                  <a:pt x="13934569" y="6479575"/>
                </a:lnTo>
                <a:lnTo>
                  <a:pt x="0" y="6479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4342" y="8008811"/>
            <a:ext cx="4719317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danh sách giảng viên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888490" cy="6527590"/>
          </a:xfrm>
          <a:custGeom>
            <a:avLst/>
            <a:gdLst/>
            <a:ahLst/>
            <a:cxnLst/>
            <a:rect r="r" b="b" t="t" l="l"/>
            <a:pathLst>
              <a:path h="6527590" w="13888490">
                <a:moveTo>
                  <a:pt x="0" y="0"/>
                </a:moveTo>
                <a:lnTo>
                  <a:pt x="13888490" y="0"/>
                </a:lnTo>
                <a:lnTo>
                  <a:pt x="13888490" y="6527591"/>
                </a:lnTo>
                <a:lnTo>
                  <a:pt x="0" y="6527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00365" y="8069324"/>
            <a:ext cx="3887270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thêm giảng viên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890720" cy="6528639"/>
          </a:xfrm>
          <a:custGeom>
            <a:avLst/>
            <a:gdLst/>
            <a:ahLst/>
            <a:cxnLst/>
            <a:rect r="r" b="b" t="t" l="l"/>
            <a:pathLst>
              <a:path h="6528639" w="13890720">
                <a:moveTo>
                  <a:pt x="0" y="0"/>
                </a:moveTo>
                <a:lnTo>
                  <a:pt x="13890720" y="0"/>
                </a:lnTo>
                <a:lnTo>
                  <a:pt x="13890720" y="6528639"/>
                </a:lnTo>
                <a:lnTo>
                  <a:pt x="0" y="652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6763" y="8069324"/>
            <a:ext cx="3887270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danh sách môn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941201" cy="6517512"/>
          </a:xfrm>
          <a:custGeom>
            <a:avLst/>
            <a:gdLst/>
            <a:ahLst/>
            <a:cxnLst/>
            <a:rect r="r" b="b" t="t" l="l"/>
            <a:pathLst>
              <a:path h="6517512" w="13941201">
                <a:moveTo>
                  <a:pt x="0" y="0"/>
                </a:moveTo>
                <a:lnTo>
                  <a:pt x="13941201" y="0"/>
                </a:lnTo>
                <a:lnTo>
                  <a:pt x="13941201" y="6517512"/>
                </a:lnTo>
                <a:lnTo>
                  <a:pt x="0" y="6517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2516" y="8084452"/>
            <a:ext cx="376624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thêm môn học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900310" cy="6446269"/>
          </a:xfrm>
          <a:custGeom>
            <a:avLst/>
            <a:gdLst/>
            <a:ahLst/>
            <a:cxnLst/>
            <a:rect r="r" b="b" t="t" l="l"/>
            <a:pathLst>
              <a:path h="6446269" w="13900310">
                <a:moveTo>
                  <a:pt x="0" y="0"/>
                </a:moveTo>
                <a:lnTo>
                  <a:pt x="13900309" y="0"/>
                </a:lnTo>
                <a:lnTo>
                  <a:pt x="13900309" y="6446269"/>
                </a:lnTo>
                <a:lnTo>
                  <a:pt x="0" y="6446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18055" y="8054196"/>
            <a:ext cx="3251890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thêm điểm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898499" cy="6480175"/>
          </a:xfrm>
          <a:custGeom>
            <a:avLst/>
            <a:gdLst/>
            <a:ahLst/>
            <a:cxnLst/>
            <a:rect r="r" b="b" t="t" l="l"/>
            <a:pathLst>
              <a:path h="6480175" w="13898499">
                <a:moveTo>
                  <a:pt x="0" y="0"/>
                </a:moveTo>
                <a:lnTo>
                  <a:pt x="13898499" y="0"/>
                </a:lnTo>
                <a:lnTo>
                  <a:pt x="13898499" y="6480176"/>
                </a:lnTo>
                <a:lnTo>
                  <a:pt x="0" y="6480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30652" y="8039068"/>
            <a:ext cx="3887270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điểm theo môn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4028525" cy="6488193"/>
          </a:xfrm>
          <a:custGeom>
            <a:avLst/>
            <a:gdLst/>
            <a:ahLst/>
            <a:cxnLst/>
            <a:rect r="r" b="b" t="t" l="l"/>
            <a:pathLst>
              <a:path h="6488193" w="14028525">
                <a:moveTo>
                  <a:pt x="0" y="0"/>
                </a:moveTo>
                <a:lnTo>
                  <a:pt x="14028525" y="0"/>
                </a:lnTo>
                <a:lnTo>
                  <a:pt x="14028525" y="6488193"/>
                </a:lnTo>
                <a:lnTo>
                  <a:pt x="0" y="648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63088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24724" y="8039068"/>
            <a:ext cx="4038552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điểm theo học kì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210237"/>
            <a:ext cx="13854298" cy="6476884"/>
          </a:xfrm>
          <a:custGeom>
            <a:avLst/>
            <a:gdLst/>
            <a:ahLst/>
            <a:cxnLst/>
            <a:rect r="r" b="b" t="t" l="l"/>
            <a:pathLst>
              <a:path h="6476884" w="13854298">
                <a:moveTo>
                  <a:pt x="0" y="0"/>
                </a:moveTo>
                <a:lnTo>
                  <a:pt x="13854298" y="0"/>
                </a:lnTo>
                <a:lnTo>
                  <a:pt x="13854298" y="6476885"/>
                </a:lnTo>
                <a:lnTo>
                  <a:pt x="0" y="6476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21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36518" y="8039068"/>
            <a:ext cx="3614964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điểm theo lớp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038" y="1155428"/>
            <a:ext cx="13898499" cy="6497548"/>
          </a:xfrm>
          <a:custGeom>
            <a:avLst/>
            <a:gdLst/>
            <a:ahLst/>
            <a:cxnLst/>
            <a:rect r="r" b="b" t="t" l="l"/>
            <a:pathLst>
              <a:path h="6497548" w="13898499">
                <a:moveTo>
                  <a:pt x="0" y="0"/>
                </a:moveTo>
                <a:lnTo>
                  <a:pt x="13898499" y="0"/>
                </a:lnTo>
                <a:lnTo>
                  <a:pt x="13898499" y="6497549"/>
                </a:lnTo>
                <a:lnTo>
                  <a:pt x="0" y="6497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14721" y="8023939"/>
            <a:ext cx="2858559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Giao diện thêm lớp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" y="1028700"/>
            <a:ext cx="604457" cy="608886"/>
          </a:xfrm>
          <a:custGeom>
            <a:avLst/>
            <a:gdLst/>
            <a:ahLst/>
            <a:cxnLst/>
            <a:rect r="r" b="b" t="t" l="l"/>
            <a:pathLst>
              <a:path h="608886" w="604457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54205" y="6631976"/>
            <a:ext cx="442897" cy="442897"/>
          </a:xfrm>
          <a:custGeom>
            <a:avLst/>
            <a:gdLst/>
            <a:ahLst/>
            <a:cxnLst/>
            <a:rect r="r" b="b" t="t" l="l"/>
            <a:pathLst>
              <a:path h="442897" w="442897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684547" y="6631976"/>
            <a:ext cx="442897" cy="442897"/>
          </a:xfrm>
          <a:custGeom>
            <a:avLst/>
            <a:gdLst/>
            <a:ahLst/>
            <a:cxnLst/>
            <a:rect r="r" b="b" t="t" l="l"/>
            <a:pathLst>
              <a:path h="442897" w="442897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955421" y="6631976"/>
            <a:ext cx="442897" cy="442897"/>
          </a:xfrm>
          <a:custGeom>
            <a:avLst/>
            <a:gdLst/>
            <a:ahLst/>
            <a:cxnLst/>
            <a:rect r="r" b="b" t="t" l="l"/>
            <a:pathLst>
              <a:path h="442897" w="442897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885027">
            <a:off x="5092713" y="2195823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806339" y="1063721"/>
            <a:ext cx="1160704" cy="51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b="true" sz="1804" spc="-110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STUDIO SHODWE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19860" y="1064004"/>
            <a:ext cx="847412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24041" y="1064004"/>
            <a:ext cx="847412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28628" y="1064004"/>
            <a:ext cx="1105735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23945" y="1064004"/>
            <a:ext cx="1335355" cy="269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74"/>
              </a:lnSpc>
              <a:spcBef>
                <a:spcPct val="0"/>
              </a:spcBef>
            </a:pPr>
            <a:r>
              <a:rPr lang="en-US" sz="1453" spc="-79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CONTACT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53563" y="8953500"/>
            <a:ext cx="100573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Page 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7102" y="6563231"/>
            <a:ext cx="2393621" cy="46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+123-456-7890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27444" y="6564198"/>
            <a:ext cx="4493704" cy="46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WWW.REALLYGREATSITE.COM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54754" y="6563231"/>
            <a:ext cx="4279040" cy="46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123 ANYWHERE ST., ANY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DAG4w2q1hak</dc:identifier>
  <dcterms:modified xsi:type="dcterms:W3CDTF">2011-08-01T06:04:30Z</dcterms:modified>
  <cp:revision>1</cp:revision>
  <dc:title>Pink and Purple Illustrative Computer Technology Presentation</dc:title>
</cp:coreProperties>
</file>